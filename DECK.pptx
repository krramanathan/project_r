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₹/leg payout scenario</c:v>
                </c:pt>
              </c:strCache>
            </c:strRef>
          </c:tx>
          <c:spPr>
            <a:solidFill>
              <a:srgbClr val="C45C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D4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
(80%)</c:v>
                  </c:pt>
                  <c:pt idx="1">
                    <c:v>Central
(100%)</c:v>
                  </c:pt>
                  <c:pt idx="2">
                    <c:v>High
(120%)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 (%)</c:v>
                </c:pt>
              </c:strCache>
            </c:strRef>
          </c:tx>
          <c:spPr>
            <a:solidFill>
              <a:srgbClr val="E85D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D4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4A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4A2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got
campaign</c:v>
                  </c:pt>
                  <c:pt idx="1">
                    <c:v>Naive: never
got it</c:v>
                  </c:pt>
                  <c:pt idx="2">
                    <c:v>Honest: clicked</c:v>
                  </c:pt>
                  <c:pt idx="3">
                    <c:v>Honest:
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(2 min): ~180, medium confidence (~134 RC + ~50 Insurance). These are not hollow approvals — 98.7% of approved captains take a first trip. Documents are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RC and Insurance failures are photos/OCR. Retry pass rates rise each attempt — that is the capture signature. Other stages are real loss, different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C1b this week — no Legal needed. C1a needs Legal. If remaining docs bind after RC, C1a shrinks toward ~36/month — that is the question to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Airport: the answer is ARA, not headcount. Two independent penalties — suburban backhaul and overnight return collapse. Mix does not shift after dark. New hires inherit both penalties.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Trap: 29% vs 11% is targeting, not lift. Honest contrast = 0pp. 128–256 field gap overlaps 726 of the C1a captains. Do not add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C1b → Legal C1a → 4-week ARA → kill 5×. Queue: other-doc camera, then assisted-onboarding RCT.
If interrupted twice: show slides 1, 4,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C4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572000" cy="4572000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200400"/>
            <a:ext cx="2286000" cy="22860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DATA SCIENCE ASSESSMENT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1907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Captain onboarding leak</a:t>
            </a:r>
            <a:endParaRPr lang="en-US" sz="3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overnight airport supply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and recommendations for the Head of Supply — where the extra ~180 approved captains a month come from, and why overnight airport supply is an economics problem, not a headcount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31750">
            <a:solidFill>
              <a:srgbClr val="FFC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37083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Ramanathan K 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280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Assessment  ·  10 September 2026  ·  Data extract as of 30 Jun 2026, 23:59 IST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563270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25k signups  ·  RC  ·  Insurance  ·  Airport nights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8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ONBOARDING — THE HEADLINE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broken capture step costs ~180 captains/month.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capture-quality fixes on RC and Insurance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2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a mix of five things — recover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 additional approved captains/month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22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medium confidence.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1031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 the ~180  (disjoint C1a + C1b)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31720"/>
            <a:ext cx="649224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2011680"/>
            <a:ext cx="4069080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26680" y="2121408"/>
            <a:ext cx="379476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2653589"/>
            <a:ext cx="37947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mature approved captains take a first trip (3,895 / 3,946) — documents are the bottleneck, not first-order.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89520" y="3364992"/>
            <a:ext cx="4069080" cy="1078992"/>
          </a:xfrm>
          <a:prstGeom prst="roundRect">
            <a:avLst>
              <a:gd name="adj" fmla="val 7627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26680" y="3474720"/>
            <a:ext cx="379476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~134/mo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926068"/>
            <a:ext cx="3794760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an RC in-person grace window (C1a)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89520" y="4553712"/>
            <a:ext cx="4069080" cy="1078992"/>
          </a:xfrm>
          <a:prstGeom prst="roundRect">
            <a:avLst>
              <a:gd name="adj" fmla="val 7627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26680" y="4663440"/>
            <a:ext cx="379476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~50/mo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114788"/>
            <a:ext cx="3794760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Insurance guided capture UX fix (C1b)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1 / 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C4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are failing as photographs, not documents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Capture-class failures (blur, weak OCR, illegibility) dominate RC and Insurance, and later attempts pass MORE often. That is the signature of a capture / UX problem, not an eligibility 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07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2024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photo slice is C1a</a:t>
            </a:r>
            <a:endParaRPr lang="en-US" sz="9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76272"/>
            <a:ext cx="5212080" cy="3383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72200" y="182880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07A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27648" y="19202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leftovers — only 411 are C1b</a:t>
            </a:r>
            <a:endParaRPr lang="en-US" sz="9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76272"/>
            <a:ext cx="5257800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870448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85800" y="5870448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are capture-only fails — isolated from eligibility reasons (expired, duplicate, wrong type). DL (1,166) is 100% uploaded-fail and cannot be deferred.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2 / 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C4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recommendation, two sub-actions — RC defers, Insurance doesn't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53312"/>
            <a:ext cx="54864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07A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— RC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933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activation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10-day in-person grace window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capture-only fails (~300/mo)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0896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identity — no passenger-liability exposure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3931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60 / 80% × 74–78% pass rate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6966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~134/month additional approved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700016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+ Trust &amp; Safety sign-off on deferral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596128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FC4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59612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remaining docs still bind: P(approved | passed RC) = 27% → ~36/month (Legal ask)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99632" y="1353312"/>
            <a:ext cx="54864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07A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3952" y="155448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1554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— Insurance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19933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capture UX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no deferral possible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57860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capture-only fails (~75/mo)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0896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defer: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must clear before first ride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363931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→ 73.8% → 76.4% pass on own retry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73952" y="416966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~46–52/month additional approved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73952" y="4700016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UX only — no sign-off required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36792" y="5596128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FC4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73952" y="559612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C1b this week. Start Legal scoping on C1a in parallel. Same camera UX can reuse on DL / Aadhaar / Permit / Fitness — not added to 180.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3 / 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5D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Overnight airport is a compounding economics problem, not a headcount problem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pain sits (unfulfilled volume)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212080" cy="3063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72200" y="1481328"/>
            <a:ext cx="553212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27648" y="15727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monthly payout estimate (₹k/month) at ₹35.4/leg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263640" y="178308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demand unfulfilled vs ~3% elsewhere</a:t>
            </a:r>
            <a:endParaRPr lang="en-US" sz="920" dirty="0"/>
          </a:p>
        </p:txBody>
      </p:sp>
      <p:sp>
        <p:nvSpPr>
          <p:cNvPr id="13" name="Shape 9"/>
          <p:cNvSpPr/>
          <p:nvPr/>
        </p:nvSpPr>
        <p:spPr>
          <a:xfrm>
            <a:off x="420624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34340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night gap sits in 21:00–03:59 — only ~13 captains vs ~37 by day</a:t>
            </a:r>
            <a:endParaRPr lang="en-US" sz="920" dirty="0"/>
          </a:p>
        </p:txBody>
      </p:sp>
      <p:sp>
        <p:nvSpPr>
          <p:cNvPr id="16" name="Shape 12"/>
          <p:cNvSpPr/>
          <p:nvPr/>
        </p:nvSpPr>
        <p:spPr>
          <a:xfrm>
            <a:off x="790956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4672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8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804672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eligible leg = derived ARA payout (not 30% of fare = ₹105)</a:t>
            </a:r>
            <a:endParaRPr lang="en-US" sz="92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4 / 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C4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DOESN'T WORK — AND HOW EASY IT IS TO BE FOOLED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campaign with 0pp lift, and a gap we must not bank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406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07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4475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CAMP_WA_002 — WhatsApp campaign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29% vs 11% headline is targeting, not effect.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121408"/>
          <a:ext cx="52120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85800" y="4617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comparison: clicked vs not-clicked (delivered only) = −1.5pp; 95% CI [−3.6, +0.6]. That is 0pp lift. Do not fund 5×.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1663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recipients also got another campaign — confounding further inflated.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172200" y="1325880"/>
            <a:ext cx="55321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07A2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4447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vs. self-serve gap — do not double-count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2039112"/>
            <a:ext cx="118872" cy="118872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73952" y="196596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ceiling if app/paid converted like field: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128–256 additional/month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6263640" y="2642616"/>
            <a:ext cx="118872" cy="118872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73952" y="25694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field teams recruit in person —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cannot separate who they recruit from how they onboard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118872" cy="118872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3952" y="317296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of the C1a RC group are the same self-serve captains this gap already counts —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180 + 128–256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6263640" y="3849624"/>
            <a:ext cx="118872" cy="118872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73952" y="37764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 abandonment after Fitness: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vs paid 43% — in-person assist, not WhatsApp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6263640" y="4453128"/>
            <a:ext cx="118872" cy="118872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73952" y="43799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assisted-onboarding pilot on app/paid signups (~900 per arm to detect a 5pp lift)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502920" y="5596128"/>
            <a:ext cx="11201400" cy="822960"/>
          </a:xfrm>
          <a:prstGeom prst="roundRect">
            <a:avLst>
              <a:gd name="adj" fmla="val 7778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13232" y="5596128"/>
            <a:ext cx="10744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 </a:t>
            </a:r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Send/no-send RCT on RC-cleared self-serve captains, excl. overlap.  </a:t>
            </a:r>
            <a:pPr indent="0" marL="0">
              <a:lnSpc>
                <a:spcPct val="115000"/>
              </a:lnSpc>
              <a:buNone/>
            </a:pPr>
            <a:r>
              <a:rPr lang="en-US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assisted-onboarding pilot</a:t>
            </a:r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app/paid signups (~900/arm to detect a 5pp lift).</a:t>
            </a:r>
            <a:endParaRPr lang="en-US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5 /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8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DECISION POINTS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monthly impact. The campaign call is the fastest yes.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82496"/>
            <a:ext cx="384048" cy="384048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4475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10-day RC in-person grace window</a:t>
            </a:r>
            <a:endParaRPr lang="en-US" sz="10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Insurance upload UX (ship this week)</a:t>
            </a:r>
            <a:endParaRPr lang="en-US" sz="108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44475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~180/mo approved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44475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Legal + T&amp;S sign-off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engineering only, no sign-off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44475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split by cohort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FFC4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5420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Return Assurance at ₹35.4/leg (derived payout — not 30% of fare)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54203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₹69k–103k/mo payout; night gap closed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trips ≠ city P&amp;L. Rest-suburban only.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78440" y="254203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Return-in-20min, cancel rate, 4-wk payout run-rate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502920" y="358444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877056"/>
            <a:ext cx="384048" cy="384048"/>
          </a:xfrm>
          <a:prstGeom prst="ellipse">
            <a:avLst/>
          </a:prstGeom>
          <a:solidFill>
            <a:srgbClr val="E85D4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63931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CAMP_WA_002 5× scaling; run send/no-send RCT on RC-cleared self-serve captains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3931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avoided + causal answer in 4–6 weeks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63931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E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 — a redirection, not new spend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378440" y="363931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Aadhaar-pass, approved (ITT)</a:t>
            </a:r>
            <a:endParaRPr lang="en-US" sz="820" dirty="0"/>
          </a:p>
        </p:txBody>
      </p:sp>
      <p:sp>
        <p:nvSpPr>
          <p:cNvPr id="25" name="Text 23"/>
          <p:cNvSpPr txBox="1"/>
          <p:nvPr/>
        </p:nvSpPr>
        <p:spPr>
          <a:xfrm>
            <a:off x="2240280" y="12618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26187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IMPACT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12618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RISK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10378440" y="126187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4754880"/>
            <a:ext cx="11201400" cy="987552"/>
          </a:xfrm>
          <a:prstGeom prst="roundRect">
            <a:avLst>
              <a:gd name="adj" fmla="val 6481"/>
            </a:avLst>
          </a:prstGeom>
          <a:solidFill>
            <a:srgbClr val="E85D4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754880"/>
            <a:ext cx="10698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room: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Ship Insurance capture UX — no need to wait.   (2) Legal scoping on RC deferral, this week.   (3) Kill the 5× WhatsApp paper; stand up the RCT.   (4) Four-week ARA pilot at the derived ₹35.4, not 30% of fare.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6 / 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2026-09-10T18:05:10Z</dcterms:created>
  <dcterms:modified xsi:type="dcterms:W3CDTF">2026-09-10T18:05:10Z</dcterms:modified>
</cp:coreProperties>
</file>