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1 / 6  ·  HEADLINE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About 180 more approved captains a month
medium confidence — ~134 RC grace + ~50 Insurance UX</a:t>
            </a:r>
          </a:p>
        </p:txBody>
      </p:sp>
      <p:pic>
        <p:nvPicPr>
          <p:cNvPr id="4" name="Picture 3" descr="funnel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4441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Do not add 128–256 field conversion — 726 of C1a are the same people.  98.7% of approved take a first trip.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2 / 6  ·  ROOT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RC and Insurance are failing as photos, not eligibility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RC: 1,637 uploaded, never passed, only blur / weak OCR / not legible.
Insurance: 411, same definition. Most Insurance volume never uploaded after Fitness — C1b does not claim that pile.
Later attempts pass HIGHER. That is capture/UX. Eligibility would go the other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Pass by attempt
RC          65.3% → 68.4% → 74.1%
Insurance   67.4% → 73.8% → 76.4%
C1a pass floor = RC att-3 74.1%
C1a ceiling = field RC 78.4%
C1b uses Insurance’s own ladder
— not 85–90%.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3 / 6  ·  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C1a defers RC. DL and Insurance still gate.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C1a — 10-day in-person RC
1,637 people (~300/month).
60% show-up × 74% pass → ~134/month.
Show-up unobserved (40–80% → ~89–188).
Legal/T&amp;S required.
If remaining docs still bind, P(approved|RC)=27% → ~36/month.
Ops: ~180 visits/month ≈ 1 FTE, ₹40–60k (assumed).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C1b — Insurance camera UX
411 people. Must clear before first ride.
67→74→76% × 91% approved-if-cleared
→ ~46–52/month.
No deferral sign-off. Ship without waiting on Legal.
R2A: 98.7% of today’s approved take a first order (3,895/3,946).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4 / 6  ·  AIRPORT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Nights + compounding economics. Not hire-near-the-airport.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Airport unfulfilled 40% vs ~3% elsewhere. 84% of pain is 21:00–03:59. ~13 captains online vs ~37 by day.
Suburban cancel 24% vs city-core 12%. Overnight return-in-20m: 10.7% vs 47%.
Mix does NOT shift overnight — two independent penalties.
Net ₹/cycle: worst×sub ₹24.9 vs rest×sub ₹56.5 vs worst×core ₹104.7.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A5F"/>
                </a:solidFill>
                <a:latin typeface="Calibri"/>
              </a:rPr>
              <a:t>ARA payout — derived, not % of fare
₹31.6 population gap ÷ 0.8931 eligible share
= ₹35.4 / unpaid night-suburban leg.
80/100/120% → ₹28.3 / 35.4 / 42.5
sample ~₹69k / ₹86k / ₹103k a month.
30% of ₹350 fare (₹105) overpays.
Target rest-suburban, not city-core.
No blanket hiring.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5 / 6  ·  WHAT DOES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 0pp WhatsApp, and a field gap we must not 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Got CAMP_WA_002 vs never got it: ~29% vs ~11% approved  →  TARGETING (sent after RC).
Clicked vs not, among delivered: 28.3% vs 29.8% (−1.5pp, interval −3.6 to +0.6)  →  0 pp lift. Do not scale 5×.
Field vs app/paid mechanical gap: 128–256/month IF zero selection difference. Field recruits in person.
726 of the C1a captains sit inside that gap. Do not add ~180 to 128–256.
Test: randomised assist on ordinary app/paid signups (~900/arm for a 5pp approval lift).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6 / 6  ·  ASK OF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Calibri"/>
              </a:rPr>
              <a:t>Ranked by monthly impact. Campaign is the fastest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3A5F"/>
                </a:solidFill>
                <a:latin typeface="Calibri"/>
              </a:rPr>
              <a:t>1  C1a 10-day RC grace + C1b Insurance UX     ~180/mo (~134+~50)     Legal/T&amp;S + ~1 FTE on C1a. Ship C1b now.
2  ARA at ₹35.4 / eligible leg     sample ~₹69–103k/mo     4-week pilot: returns up, cancels down, run-rate FALLING. Then maybe hire.
3  Stop 5× CAMP_WA_002; send/no-send RCT     cost avoided + 4–6 week answer     Near zero. This week. Aadhaar + approved.
Do not: 5× WhatsApp · blanket airport hiring · bank 128–256 · price ARA at 30% of fare.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