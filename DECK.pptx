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₹k / month</c:v>
                </c:pt>
              </c:strCache>
            </c:strRef>
          </c:tx>
          <c:spPr>
            <a:solidFill>
              <a:srgbClr val="F0C9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3E6C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 (80%)</c:v>
                  </c:pt>
                  <c:pt idx="1">
                    <c:v>Central (100%)</c:v>
                  </c:pt>
                  <c:pt idx="2">
                    <c:v>High 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C45C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91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5C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C9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6E4D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91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191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D5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C1b ~50. C1a is a Legal scenario. Campaign 0 pp. 98.7% R2A.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 ·  RAMANATHAN K R  ·  EXTRACT 30 JUN 2026, 23:59 IST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5216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Insurance capture this week (~50/mo). Do not 5× WhatsApp. Do not hire the airport.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 will put my name on this week is ~50 extra approved / month (C1b, no Legal). RC grace is ~134/mo only if Legal treats deferred RC as activation — otherwise ~36. 98.7% of mature approved already take a first trip (3,895 / 3,946): documents, not first-order.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93392"/>
            <a:ext cx="6903720" cy="3950208"/>
          </a:xfrm>
          <a:prstGeom prst="roundRect">
            <a:avLst>
              <a:gd name="adj" fmla="val 231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66544"/>
            <a:ext cx="6537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Legal says yes, C1a + C1b (disjoint) — not an unconditional bank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59152"/>
            <a:ext cx="6537960" cy="3429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0" y="19933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0" y="21214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 / mo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0" y="26517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UX. Ship this week. Engineering only. This is the unconditional number.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589520" y="3364992"/>
            <a:ext cx="406908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0" y="34930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 / ~36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0" y="4023360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RC grace at 60% show-up if Legal yes. If remaining docs still bind: ~36.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589520" y="4736592"/>
            <a:ext cx="4069080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0" y="486460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pp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0" y="539496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CAMP_WA_002 honest contrast (clicked vs not). Do not fund 5×.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1 / 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a capture / UX problem, not an eligibility 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847088"/>
            <a:ext cx="54864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9385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photo slice is C1a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12848"/>
            <a:ext cx="5212080" cy="3200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72200" y="1847088"/>
            <a:ext cx="55321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55080" y="19385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leftovers — only 411 are C1b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212848"/>
            <a:ext cx="5257800" cy="32004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02920" y="5650992"/>
            <a:ext cx="11201400" cy="713232"/>
          </a:xfrm>
          <a:prstGeom prst="roundRect">
            <a:avLst>
              <a:gd name="adj" fmla="val 12821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5650992"/>
            <a:ext cx="10835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and 411 Insurance captains are capture-only fails — isolated from eligibility (expired, duplicate, wrong type). DL (1,166) is 100% uploaded-fail and cannot be deferred.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2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C1b ships this week. C1a is a Legal decision, not a bank.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ship now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Insurance capture UX — no deferral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defer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Legal sign-off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number I would put in a deck with my name on it this week.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9632" y="1280160"/>
            <a:ext cx="553212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55664" y="144475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3E6C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55664" y="144475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if Legal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55664" y="19019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RC · 10-day in-person grace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55664" y="260604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5664" y="309981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55664" y="35935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Unobserved. 40 / 60 / 80% × 74–78% pass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40873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Legal yes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at 60% show-up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458114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docs still bind  </a:t>
            </a:r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~36/month (27% approved | passed RC)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64224" y="5440680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8F1E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55664" y="544068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C1a to ~50 until Legal/T&amp;S treat deferred RC as activation.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3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0350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hire the catchment. After the trip, the night still loses money.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02920" y="1115568"/>
            <a:ext cx="5486400" cy="2944368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1704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— when the pain sits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08176"/>
            <a:ext cx="5212080" cy="2560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1115568"/>
            <a:ext cx="5532120" cy="2944368"/>
          </a:xfrm>
          <a:prstGeom prst="roundRect">
            <a:avLst>
              <a:gd name="adj" fmla="val 3106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55080" y="1170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— price the deadhead (₹k/mo at ₹35.4/leg)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263640" y="1408176"/>
          <a:ext cx="53035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02920" y="4133088"/>
            <a:ext cx="11201400" cy="640080"/>
          </a:xfrm>
          <a:prstGeom prst="roundRect">
            <a:avLst>
              <a:gd name="adj" fmla="val 14286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413308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— after the trip: suburban backhaul and overnight return-in-20min collapse compound. Mix does not shift after dark (χ² p=0.12). New hires inherit both penalties. Not 30% of fare (₹105).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0292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6751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66751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at terminals vs ~3% elsewhere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25196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1655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41655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gap is 21:00–03:59 — ~13 captains vs ~37 by day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001000" y="48463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6E4D4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165592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8165592" y="526694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night-suburban leg. 4-week pilot; hire only if run-rate falls.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4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WORK — AND HOW EASY IT IS TO BE FOOLED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 pp lift, and a gap we must not bank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9844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4592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" y="1938528"/>
          <a:ext cx="5303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85800" y="431596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 pp; 95% CI [−3.6, +0.6]. That is 0 pp lift. Do not fund 5×.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95604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99632" y="1207008"/>
            <a:ext cx="5532120" cy="4315968"/>
          </a:xfrm>
          <a:prstGeom prst="roundRect">
            <a:avLst>
              <a:gd name="adj" fmla="val 2119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382512" y="129844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 self-serve — do not double-count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400800" y="1847088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656832" y="1755648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128–256 additional/month.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2560320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56832" y="246888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teams recruit in person — extract cannot separate who they recruit from how they onboard.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0" y="3273552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56832" y="318211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counts. Do not add 180 + 128–256.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0" y="3986784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656832" y="389534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26% vs paid 43% — in-person assist, not WhatsApp.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0" y="4700016"/>
            <a:ext cx="128016" cy="128016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656832" y="460857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randomised assisted-onboarding pilot on app/paid (~900 per arm to detect a 5 pp lift).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5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8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164592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217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what can start Monday. C1a is not in the unconditional bank.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965960" y="11704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1704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1704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1444752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1755648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1536192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Insurance capture UX — ship this week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Legal scoping on C1a RC grace (do not bank 134 yet)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536192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~50/mo now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(+134 only if Legal)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1536192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engineering. C1a: Legal/T&amp;S. Show-up unobserved.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596896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8F1E3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" y="2907792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13232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2688336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hire. After-trip mix does not shift (p=0.12).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2688336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sample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88336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749040"/>
            <a:ext cx="1120140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F0C9A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3232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3840480"/>
            <a:ext cx="4434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5×. Send/no-send RCT on RC-cleared self-serve captains.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840480"/>
            <a:ext cx="2286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pp  ·  cost avoided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3840480"/>
            <a:ext cx="3154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4956048"/>
            <a:ext cx="11201400" cy="1024128"/>
          </a:xfrm>
          <a:prstGeom prst="roundRect">
            <a:avLst>
              <a:gd name="adj" fmla="val 8929"/>
            </a:avLst>
          </a:prstGeom>
          <a:solidFill>
            <a:srgbClr val="F3E6C0"/>
          </a:solidFill>
          <a:ln w="15875">
            <a:solidFill>
              <a:srgbClr val="E8D5C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4956048"/>
            <a:ext cx="10835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   (1) Ship Insurance capture UX this week — the ~50.   (2) Legal: is deferred RC activation? If no, C1a is ~36 not ~134.   (3) Kill 5× WhatsApp; stand up the RCT.   (4) Four-week ARA at ₹35.4, not 30% of fare.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6E4D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2920" y="647395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39535" y="647395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·  Rapido Data Science Assessment     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2026-09-10T19:39:18Z</dcterms:created>
  <dcterms:modified xsi:type="dcterms:W3CDTF">2026-09-10T19:39:18Z</dcterms:modified>
</cp:coreProperties>
</file>